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3108960" cy="3108960"/>
          </a:xfrm>
          <a:prstGeom prst="ellipse">
            <a:avLst/>
          </a:prstGeom>
          <a:solidFill>
            <a:srgbClr val="C98B27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DO · SCHULUNG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Schulung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Kommunikation mit Kunden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wir sprechen, handeln und auftreten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alle Mitarbeiterinnen und Mitarbeiter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Inhalt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8B2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Grundhaltung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3957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erste Eindruck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05409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 sprechen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7124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Zuhören &amp; Nähe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37083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3708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Schwierige Situationen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029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 &amp; Datenschutz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568756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687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5687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Notfälle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Unsere Grundhaltung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8B2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Respekt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Kunde wird mit Würde und Höflichkeit behandelt.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versetzen uns in die Lage der Menschen, die wir betreuen.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Verlässlichkeit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halten, was wir zusagen – Pünktlichkeit schafft Vertrauen.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erste Eindruck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8B2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Begrüßung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Freundlich, mit Namen und Blickkontakt. Stell dich kurz vor.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Pünktlichkeit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Rechtzeitig da sein. Verspätung vorher ankündigen.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Auftreten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 Kleidung, gepflegtes Erscheinungsbild, Ausweis dabei.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spreche ich?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8B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Grundsätzlich siezen – außer der Kunde bietet das Du an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Langsam und deutlich, besonders bei älteren Menschen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Einfache, klare Sätze ohne Fachjargon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Ruhiger, freundlicher Tonfall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76472" cy="4297680"/>
          </a:xfrm>
          <a:prstGeom prst="roundRect">
            <a:avLst>
              <a:gd name="adj" fmla="val 2906"/>
            </a:avLst>
          </a:prstGeom>
          <a:solidFill>
            <a:srgbClr val="F3EBE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2057400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2697480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Sprich Hochdeutsch, wenn der Kunde dich sonst schwer versteht.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Lächeln hört man auch am Telefon.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Zuhören &amp; Nähe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8B2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zuhören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Ausreden lassen, nachfragen, echtes Interesse zeigen.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Privatsphäre achten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Wohnung ist das Reich des Kunden. Nichts ohne Erlaubnis anfassen.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Nähe &amp; Distanz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Körperliche Nähe nur so weit, wie es die Aufgabe braucht und der Kunde möchte.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Umgang mit eingeschränkten Kunden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8B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Demenz: Geduld, ruhige Stimme, nicht widersprechen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Orientierung geben (Name, Tag, nächster Schritt)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bevormunden – so viel Selbstständigkeit wie möglich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76472" cy="4297680"/>
          </a:xfrm>
          <a:prstGeom prst="roundRect">
            <a:avLst>
              <a:gd name="adj" fmla="val 2906"/>
            </a:avLst>
          </a:prstGeom>
          <a:solidFill>
            <a:srgbClr val="F3EBE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2057400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2697480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Verhalten ist auch Kommunikation.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Auffälligkeiten dem Büro melden.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Schwierige Situationen &amp; Beschwerden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8B2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C98B2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12848"/>
            <a:ext cx="5394960" cy="393192"/>
          </a:xfrm>
          <a:prstGeom prst="rect">
            <a:avLst/>
          </a:prstGeom>
          <a:solidFill>
            <a:srgbClr val="C98B2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Deeskalieren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754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Ruhig bleiben, Stimme senken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Zuhören und ernst nehmen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Lösung anbieten, nicht streiten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8288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B23A3A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212848"/>
            <a:ext cx="5394960" cy="393192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28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tun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834640"/>
            <a:ext cx="4754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Diskutieren oder sich rechtfertigen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persönlich nehmen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dem Kunden schlecht über die Firma reden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Klare Grenzen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8B2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12848"/>
            <a:ext cx="5394960" cy="39319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gehört dazu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754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Haushaltshilfe &amp; Betreuung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Begleitung, Gespräch, Alltag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Freundliche Unterstützung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8288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B23A3A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212848"/>
            <a:ext cx="5394960" cy="393192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28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NICHT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834640"/>
            <a:ext cx="4754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Geld annehmen oder verwahren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Medikamente verabreichen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privaten Gefallen oder Bankgeschäfte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Datenschutz &amp; Schweigepflicht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8B2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Schweigepflicht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du beim Kunden erfährst, bleibt vertraulich.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Weitergabe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Fotos, keine Kundendaten an Dritte.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Wichtiges sachlich im Büro bzw. im CRM festhalten.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Notfälle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8B2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Gesundheitlicher Notfall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Ruhe bewahren, 112 rufen, Erste Hilfe leisten.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Büro informieren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 immer das Büro benachrichtigen.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Zweifel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Lieber einmal zu viel anrufen als zu wenig.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F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8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Wichtigste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424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Respekt, Empathie, Verlässlichkeit</a:t>
            </a:r>
            <a:endParaRPr lang="en-US" sz="19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und freundlich sprechen</a:t>
            </a:r>
            <a:endParaRPr lang="en-US" sz="19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 und Schweigepflicht einhalten</a:t>
            </a:r>
            <a:endParaRPr lang="en-US" sz="19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Notfall: 112 und Büro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Schulung findest du jederzeit in der App im Bereich Schulung.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2026-07-01T20:03:13Z</dcterms:created>
  <dcterms:modified xsi:type="dcterms:W3CDTF">2026-07-01T20:03:13Z</dcterms:modified>
</cp:coreProperties>
</file>