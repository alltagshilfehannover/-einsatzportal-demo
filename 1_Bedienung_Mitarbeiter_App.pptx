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120640" cy="512064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3108960" cy="3108960"/>
          </a:xfrm>
          <a:prstGeom prst="ellipse">
            <a:avLst/>
          </a:prstGeom>
          <a:solidFill>
            <a:srgbClr val="E0A93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DO · SCHULUNG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Schulung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Bedienung der Mitarbeiter-App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2976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nutzt du Daily Do sicher im Arbeitsalltag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008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alle Mitarbeiterinnen und Mitarbeiter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Inhalt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 &amp; Passwort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457200" cy="45720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3957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Dashboard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054096"/>
            <a:ext cx="457200" cy="45720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54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05409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Aufträge annehmen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3712464"/>
            <a:ext cx="457200" cy="45720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12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7124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Kunden &amp; Termine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37083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 &amp; Stundenzettel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457200" cy="45720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25880" y="5029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Aufgaben, Lohn &amp; Verträge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40080" y="5687568"/>
            <a:ext cx="457200" cy="45720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687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25880" y="5687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Regeln, Hilfe &amp; Notfall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Anmelden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E-Mail &amp; Passwort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Öffne die App und melde dich mit deiner geschäftlichen E-Mail-Adresse an.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 vergessen?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Tippe auf „Passwort vergessen“ – du erhältst einen Link per E-Mail.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Zugang schützen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Melde dich auf fremden Geräten wieder ab. Deine Zugangsdaten sind vertraulich.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Dashboard – der Überblick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Bestätigte und voraussichtliche Stunden im Monat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Verdienst auf Basis deines Stundenlohns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Bonus: bereits erhalten und noch ausstehend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70-Tage-Regel: verbleibende Tage kurzfristiger Beschäftigung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EAF3F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Dashboard zeigt immer deinen aktuellen Stand.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zu Zahlen? Wende dich ans Büro.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 annehmen – die Auftragsbörse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379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4254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25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Auftragsbörse öffnen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 „Auftragsbörse“ siehst du verfügbare Einsätze in deinem Gebiet.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237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12839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283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335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prüfen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3809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 antippen: Bedarf, Häufigkeit und Zeitfenster ansehen.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096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1424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42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193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Annehmen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4668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Passt es? Auf „Annehmen“ tippen – der Kunde wird dir zugeordnet.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954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30009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000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2052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Verbindlich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55526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Angenommene Einsätze sind verbindlich. Nur im Notfall absagen.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Meine Kunden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67665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dir zugeordneten Kunden an einem Ort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Adresse, Telefon und Anfahrt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Wichtige Hinweise (z. B. Haustier, Besonderheiten)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Kontaktperson für Rückfragen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0" y="1783080"/>
            <a:ext cx="3776472" cy="4297680"/>
          </a:xfrm>
          <a:prstGeom prst="roundRect">
            <a:avLst>
              <a:gd name="adj" fmla="val 2906"/>
            </a:avLst>
          </a:prstGeom>
          <a:solidFill>
            <a:srgbClr val="EAF3F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0" y="2057400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Datenschutz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46720" y="2697480"/>
            <a:ext cx="32735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Kundendaten sind streng vertraulich.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Screenshots, keine Weitergabe.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Termine &amp; Einsatz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379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4254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425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476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Termine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2951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Kalender siehst du deine geplanten Termine.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237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12839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283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0335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 starten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3809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Ort auf „Termin starten“ – Start- und Endzeit werden erfasst.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0964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1424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1424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11937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Kennenlerngespräch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4668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neuen Kunden: Bedarfsanalyse und Vertrag.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95494"/>
            <a:ext cx="10972800" cy="921258"/>
          </a:xfrm>
          <a:prstGeom prst="roundRect">
            <a:avLst>
              <a:gd name="adj" fmla="val 7940"/>
            </a:avLst>
          </a:prstGeom>
          <a:solidFill>
            <a:srgbClr val="EAF3F3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300091"/>
            <a:ext cx="512064" cy="512064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00091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20522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Pünktlichkeit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54480" y="555269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Rechtzeitig da sein. Verspätung sofort Kunde und Büro melden.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Stundenzettel &amp; Leistungsnachweis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Zeiten erfassen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dem Einsatz Start, Ende und Tätigkeit eintragen.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Unterschrift einholen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Kunde unterschreibt den Leistungsnachweis direkt in der App.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Abschicken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Stundenzettel absenden – das Büro gibt frei und rechnet ab.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Aufgaben, Lohn &amp; Verträge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Aufgaben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Zugewiesene Aufgaben abarbeiten und als erledigt markieren.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Lohnabrechnung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Abrechnungen einsehen und als PDF herunterladen.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Meine Verträge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Unterschriebene Verträge jederzeit als PDF abrufen.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Do's &amp; Don'ts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2E7D4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212848"/>
            <a:ext cx="5394960" cy="393192"/>
          </a:xfrm>
          <a:prstGeom prst="rect">
            <a:avLst/>
          </a:prstGeom>
          <a:solidFill>
            <a:srgbClr val="2E7D4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läuft's gut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Pünktlich und zuverlässig sein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Zeiten sofort nach dem Einsatz erfassen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Problemen früh Bescheid geben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Freundlich und gepflegt auftreten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182880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B23A3A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212848"/>
            <a:ext cx="5394960" cy="393192"/>
          </a:xfrm>
          <a:prstGeom prst="rect">
            <a:avLst/>
          </a:prstGeom>
          <a:solidFill>
            <a:srgbClr val="B23A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28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 vermeiden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29400" y="2834640"/>
            <a:ext cx="4754880" cy="2971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Einsätze ohne Grund absagen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Kundendaten weitergeben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Stundenzettel vergessen</a:t>
            </a:r>
            <a:endParaRPr lang="en-US" sz="15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Unangekündigt zu spät kommen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Hilfe &amp; Notfall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146304" cy="146304"/>
          </a:xfrm>
          <a:prstGeom prst="ellipse">
            <a:avLst/>
          </a:prstGeom>
          <a:solidFill>
            <a:srgbClr val="E0A9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10312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03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206654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Notfallnummer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3230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App unter „Notfallnummer“ hinterlegt – im Ernstfall sofort erreichbar.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0098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Technisches 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66674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neu starten. Hilft das nicht, das Büro kontaktieren.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35424"/>
            <a:ext cx="10241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Nochmal nachsehen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4901184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Schulung findest du jederzeit unter „Schulung“.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0F5B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Wichtigste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10424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Anmelden und Dashboard verstehen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Aufträge verbindlich annehmen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Einsatz starten, Stundenzettel + Unterschrift</a:t>
            </a:r>
            <a:endParaRPr lang="en-US" sz="1900" dirty="0"/>
          </a:p>
          <a:p>
            <a:pPr marL="342900" indent="-342900">
              <a:lnSpc>
                <a:spcPct val="135000"/>
              </a:lnSpc>
              <a:spcAft>
                <a:spcPts val="1200"/>
              </a:spcAft>
              <a:buSzPct val="100000"/>
              <a:buChar char="✓"/>
            </a:pPr>
            <a:r>
              <a:rPr lang="en-US" sz="1900" dirty="0">
                <a:solidFill>
                  <a:srgbClr val="E7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Fragen immer das Büro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Schulung findest du jederzeit in der App im Bereich Schulung.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2026-07-01T20:03:13Z</dcterms:created>
  <dcterms:modified xsi:type="dcterms:W3CDTF">2026-07-01T20:03:13Z</dcterms:modified>
</cp:coreProperties>
</file>