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3108960" cy="3108960"/>
          </a:xfrm>
          <a:prstGeom prst="ellipse">
            <a:avLst/>
          </a:prstGeom>
          <a:solidFill>
            <a:srgbClr val="C97B1E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DO · SCHULUNG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Reinigung &amp; Betreuung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Sauberkeit und Alltagsbegleitung richtig gemacht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alle Mitarbeiterinnen und Mitarbeiter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Vorbereitung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3957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Reihenfolge beim Reinigen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05409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Küche, Bad &amp; Wohnräume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7124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Fenster &amp; Glas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708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 &amp; Hygiene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029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Betreuung &amp; Alltagsbegleitung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68756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687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687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 abschließen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Vorbereitung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prüfen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Reinigungsmittel, Tücher und Handschuhe bereitlegen.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Handschuhe tragen, Tücher nach Bereich trennen (Farbsystem).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Ablauf planen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grob, dann fein. Immer von oben nach unten arbeiten.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Reihenfolge beim Reinigen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379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4254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25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oben nach unten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Staub fällt nach unten – zuerst die hohen Flächen.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237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12839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283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335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hinten nach vorne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3809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läufst du nicht über frisch Gereinigtes.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096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1424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42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193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Trocken vor nass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4668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Staub wischen/saugen, dann feucht wischen.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954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30009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000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2052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Schmutzigstes zuletzt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55526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und Boden kommen zum Schluss.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Küche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Arbeitsflächen und Spüle reinigen und desinfizieren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Herd, Fronten und Griffe abwischen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Bedarf Kühlschrank/Mikrowelle innen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Boden zuletzt wischen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EDF3E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Hygiene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Küche und Bad getrennte Tücher verwenden!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Lebensmittelbereiche besonders sauber halten.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&amp; Sanitär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WC, Waschbecken, Dusche/Wanne gründlich reinigen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Armaturen entkalken und polieren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Spiegel streifenfrei wischen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Kontaktflächen desinfizieren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EDF3E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Wichtig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Handschuhe nach dem Bad wechseln.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Reinigungsmitteln gut lüften.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Wohnräume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Staub wischen: Oberflächen, Regale, Fensterbänke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saugen, dann feucht wischen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Ordnung nur nach Absprache mit dem Kunden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EDF3E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Nichts wegwerfen ohne Rücksprache.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 Dinge nicht umräumen.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Fenster &amp; Glas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Streifenfrei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oben nach unten, am besten mit Abzieher arbeiten.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 nicht vergessen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Falze und Rahmen mitreinigen.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Möglichst umweltschonende Mittel verwenden (No-Chemix).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Sicherheit &amp; Ergonomie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2E7D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12848"/>
            <a:ext cx="5394960" cy="393192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 auf dich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Rückenschonend heben und bücken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Rutschgefahr bei nassem Boden achten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Pausen einplanen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B2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212848"/>
            <a:ext cx="5394960" cy="393192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Vorsicht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Reiniger niemals mischen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auf die Etiketten achten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auf wacklige Stühle/Leitern steigen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Betreuung – was heißt das?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Alltagsbegleitung (§ 45a SGB XI)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Unterstützung im Alltag, keine medizinische Pflege.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Gesellschaft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Gespräche, Vorlesen, gemeinsame Aktivitäten.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Begleitung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Spaziergang, Einkauf, Begleitung zu Arztterminen.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Aktivierung &amp; Beschäftigung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Bewegung und Selbstständigkeit motivieren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Erinnerungen, Spiele, Musik – nach Interesse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Tagesstruktur unterstützen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EDF3E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Pflege, keine Medikamente.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medizinischen Aufgaben übernehmen.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Einsatz abschließen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379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4254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25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alles sauber und ordentlich? Fenster zu, Geräte aus?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237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12839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283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335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Unterschrift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3809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Leistungsnachweis in der App unterschreiben lassen.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096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1424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42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193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Verabschiedung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4668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Freundlich verabschieden, nächsten Termin bestätigen.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954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DF3E9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300091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000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2052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55526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Besonderheiten dem Büro melden.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Wichtigste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424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Vorbereiten und von oben nach unten arbeiten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Küche &amp; Bad hygienisch trennen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 und rückenschonend arbeiten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Betreuung heißt Alltag – keine Pflege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Schulung findest du jederzeit in der App im Bereich Schulung.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2026-07-01T20:03:13Z</dcterms:created>
  <dcterms:modified xsi:type="dcterms:W3CDTF">2026-07-01T20:03:13Z</dcterms:modified>
</cp:coreProperties>
</file>